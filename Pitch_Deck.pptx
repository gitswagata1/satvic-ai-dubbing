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Leak %</c:v>
                </c:pt>
              </c:strCache>
            </c:strRef>
          </c:tx>
          <c:spPr>
            <a:solidFill>
              <a:srgbClr val="E0A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Bad reference</c:v>
                  </c:pt>
                  <c:pt idx="1">
                    <c:v>Clean reference</c:v>
                  </c:pt>
                  <c:pt idx="2">
                    <c:v>After trim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FE0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a reach problem, and it lives squarely in AI. We can put the channel in front of ~190M people it's invisible to today — in the creator's own voice, for zero rupees.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isn't a content problem — the content already performs. It's a language-access problem, and it's the cheapest reach we'll ever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strategic point: this is an open door. Free tools can't walk through it, so being early here is a durable edge — and trust in a health channel lives in the creator's voice.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proof. Concrete, verified, and free. Everything after this is how we got here and how it scales.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system. Four stages, all free tools. The one deliberate choice: translation is a reviewable text artifact before we ever synthesize — because fixing a word after synthesis costs a re-render.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decision path: the obvious winner was inaccessible, the premium option was expensive, and the right answer was India's own open-source model. The budget is insurance, not a bill.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Verification is layered and cheapest-first. The point to land: we built the review kit so a native speaker can sign off in ~40 minutes, and that sign-off is non-negotiable for health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Counter-intuitively, this is the most confidence-building slide. It shows the system has honest failure-detection and that we fix root causes, not symptoms. Final state: 0 leaks across 460 segments, verified with the right detector.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reframe for a CEO: we didn't spend the budget, we priced the downside. If native reviewers ever want more polish, the exact next step and its cost are already known.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CEO slide: it's a system, not a stunt. The economics invert nicely — compute is trivial, and the money goes to human quality, which is the right place for a wellness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confidence: the hard part (a working, verified, free system) is done. What remains is judgment calls the brand owns — review, sequencing, and consent.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005840"/>
            <a:ext cx="3108960" cy="3108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11338560" y="4937760"/>
            <a:ext cx="2560320" cy="2560320"/>
          </a:xfrm>
          <a:prstGeom prst="ellipse">
            <a:avLst/>
          </a:prstGeom>
          <a:solidFill>
            <a:srgbClr val="1C463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SATVIC MOVEMENT   ·   FOUNDER'S OFFICE   ·   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Reaching the India that</a:t>
            </a:r>
            <a:endParaRPr lang="en-US" sz="5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Hindi can't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Dubbing our long-form library into regional languages — in Subah's own voice, using AI.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074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65960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— Telugu &amp; Malayalam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0" y="5074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623560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voice-leaks across 460 segments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5074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281160" y="5138928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of the ₹2,500 budget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6263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Retreat 2026 · AI Specialist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of India isn't watching in Hindi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3E0D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7BE">
                <a:alpha val="5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860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Telugu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36576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unreached audience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3E0D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7BE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343400" y="22860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38M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434340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Malayalam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17720" y="36576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Kerala — deeply health-conscious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E3E0D6"/>
            </a:solidFill>
            <a:prstDash val="solid"/>
          </a:ln>
          <a:effectLst>
            <a:outerShdw sx="100000" sy="100000" kx="0" ky="0" algn="bl" rotWithShape="0" blurRad="101600" dist="38100" dir="5400000">
              <a:srgbClr val="BFC7BE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46720" y="22860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59M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804672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Kannada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321040" y="36576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in line (Bengaluru market)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463040" y="484632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≈190 million people </a:t>
            </a:r>
            <a:pPr algn="ctr" indent="0" marL="0">
              <a:buNone/>
            </a:pPr>
            <a:r>
              <a:rPr lang="en-US" sz="18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these three languages — and the channel is invisible to them today, purely for lack of an audio track.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YouTube dubs for free — just not into these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3840480"/>
          </a:xfrm>
          <a:prstGeom prst="roundRect">
            <a:avLst>
              <a:gd name="adj" fmla="val 2857"/>
            </a:avLst>
          </a:prstGeom>
          <a:solidFill>
            <a:srgbClr val="EEF3E8"/>
          </a:solidFill>
          <a:ln w="12700">
            <a:solidFill>
              <a:srgbClr val="D8E3C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YouTube gives away free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5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Auto-dubbing from Hindi into 16 languages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Bengali, Punjabi, Spanish, Arabic…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5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Multi-audio tracks on one video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4892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…but none of this reaches Telugu / Malayalam / Kannada.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212080" cy="3840480"/>
          </a:xfrm>
          <a:prstGeom prst="roundRect">
            <a:avLst>
              <a:gd name="adj" fmla="val 2857"/>
            </a:avLst>
          </a:prstGeom>
          <a:solidFill>
            <a:srgbClr val="14342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21945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we fill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278892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50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→ Telugu / Malayalam / Kannada: not supported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50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Kannada isn't an auto-dub target from any language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50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auto-dub exists, it's a generic robot voice — not Subah's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FB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voice-cloned tracks are the only route — and almost no Hindi-first channel has taken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shipped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86968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dubbed videos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Telugu + Malayalam, 16:12 each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94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90288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Subah's voice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3246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clone from ~7s of her audio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0" y="201168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13" name="Text 11"/>
          <p:cNvSpPr/>
          <p:nvPr/>
        </p:nvSpPr>
        <p:spPr>
          <a:xfrm>
            <a:off x="8275320" y="2194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460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93608" y="2880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voice-leaks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93608" y="32461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content-based scan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77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160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cost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local, open-source stack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160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−14 LUFS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90288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 loudness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90288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 bed preserved under the dub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46720" y="397764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C4636"/>
          </a:solidFill>
          <a:ln/>
        </p:spPr>
      </p:sp>
      <p:sp>
        <p:nvSpPr>
          <p:cNvPr id="25" name="Text 23"/>
          <p:cNvSpPr/>
          <p:nvPr/>
        </p:nvSpPr>
        <p:spPr>
          <a:xfrm>
            <a:off x="8275320" y="4160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8293608" y="4846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reviewable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93608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back-translated for QC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 — open-source, end to end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  <a:effectLst>
            <a:outerShdw sx="100000" sy="100000" kx="0" ky="0" algn="bl" rotWithShape="0" blurRad="88900" dist="38100" dir="5400000">
              <a:srgbClr val="C3CBC1">
                <a:alpha val="5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58952" y="240487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758952" y="2404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4414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58952" y="3108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yt-dlp · Whisper · Demucs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video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Timestamped Hindi transcript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voice ⁄ music bed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90672" y="3429000"/>
            <a:ext cx="2926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374136" y="21488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  <a:effectLst>
            <a:outerShdw sx="100000" sy="100000" kx="0" ky="0" algn="bl" rotWithShape="0" blurRad="88900" dist="38100" dir="5400000">
              <a:srgbClr val="C3CBC1">
                <a:alpha val="5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30168" y="240487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168" y="2404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334256" y="24414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30168" y="3108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glossary + human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48456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Glossary-locked terms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Everyday colloquial register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Back-translated · native-reviewed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961888" y="3429000"/>
            <a:ext cx="2926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3400" dirty="0"/>
          </a:p>
        </p:txBody>
      </p:sp>
      <p:sp>
        <p:nvSpPr>
          <p:cNvPr id="18" name="Shape 16"/>
          <p:cNvSpPr/>
          <p:nvPr/>
        </p:nvSpPr>
        <p:spPr>
          <a:xfrm>
            <a:off x="6245352" y="21488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  <a:effectLst>
            <a:outerShdw sx="100000" sy="100000" kx="0" ky="0" algn="bl" rotWithShape="0" blurRad="88900" dist="38100" dir="5400000">
              <a:srgbClr val="C3CBC1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01384" y="240487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6501384" y="2404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205472" y="24414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VOICE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01384" y="3108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IndicF5 (AI4Bharat)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19672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Subah from ~7s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each segment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Leak-scan + trim → 0 leaks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833104" y="3429000"/>
            <a:ext cx="2926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›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9116568" y="214884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  <a:effectLst>
            <a:outerShdw sx="100000" sy="100000" kx="0" ky="0" algn="bl" rotWithShape="0" blurRad="88900" dist="38100" dir="5400000">
              <a:srgbClr val="C3CBC1">
                <a:alpha val="5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72600" y="240487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7" name="Text 25"/>
          <p:cNvSpPr/>
          <p:nvPr/>
        </p:nvSpPr>
        <p:spPr>
          <a:xfrm>
            <a:off x="9372600" y="2404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076688" y="244144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372600" y="31089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9390888" y="352044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each line to timing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Remix original music bed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Mux → YouTube audio track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lives outside the dubbing tool on purpose </a:t>
            </a:r>
            <a:pPr indent="0" marL="0">
              <a:buNone/>
            </a:pPr>
            <a:r>
              <a:rPr lang="en-US" sz="150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 health content, every word is frozen and reviewed before any audio exists.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IndicF5 — and the two pivots to get there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1226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Sarvam AI Dub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931920" y="2093976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Indic dubbing. Won on paper —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voice-clone product is waitlist-gated.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464040" y="2295144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C97A3A"/>
          </a:solidFill>
          <a:ln/>
        </p:spPr>
      </p:sp>
      <p:sp>
        <p:nvSpPr>
          <p:cNvPr id="8" name="Text 6"/>
          <p:cNvSpPr/>
          <p:nvPr/>
        </p:nvSpPr>
        <p:spPr>
          <a:xfrm>
            <a:off x="9464040" y="229514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PIVOTED AWAY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264408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071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ElevenLabs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931920" y="3392424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clone fidelity; Telugu + Malayalam supported.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₹1,950 — kept as a priced fallback, never needed.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3593592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8A7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464040" y="35935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RESERVE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562856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EAF1E2"/>
          </a:solidFill>
          <a:ln w="25400">
            <a:solidFill>
              <a:srgbClr val="8FB0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7091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IndicF5 (AI4Bharat)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931920" y="4690872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IIT-Madras open-source. Voice clone + native Te/Ml,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locally, no watermark, no subscription.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464040" y="4892040"/>
            <a:ext cx="1828800" cy="502920"/>
          </a:xfrm>
          <a:prstGeom prst="roundRect">
            <a:avLst>
              <a:gd name="adj" fmla="val 49091"/>
            </a:avLst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946404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· ₹0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₹2,500 budget stopped being a spend and became an escalation ladder we priced but never had to climb.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isn't enough — it has to be right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8424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 lock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297680" y="1947672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+ ayurvedic terms, English loanwords, numbers as words — decided before translation.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2807208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8072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825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Back-translation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97680" y="2788920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460 lines carries a literal English back-translation for audit.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3648456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6484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666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Health-claim flags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297680" y="3630168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Telugu · 63 Malayalam lines pre-flagged: dosages, durations, do/don't.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489704"/>
            <a:ext cx="566928" cy="566928"/>
          </a:xfrm>
          <a:prstGeom prst="ellipse">
            <a:avLst/>
          </a:prstGeom>
          <a:solidFill>
            <a:srgbClr val="E0A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507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watch-down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97680" y="4471416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speaker reviews the script, then watches the full dub. This is the sign-off.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85800" y="533095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5330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3040" y="534924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QC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297680" y="5312664"/>
            <a:ext cx="7223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Duration, sync, −14 LUFS loudness, music bed, zero voice-leaks.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6172200"/>
            <a:ext cx="10881360" cy="914"/>
          </a:xfrm>
          <a:prstGeom prst="roundRect">
            <a:avLst/>
          </a:prstGeom>
          <a:solidFill>
            <a:srgbClr val="F7F5EF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native review is the gate — not the machine. </a:t>
            </a:r>
            <a:pPr indent="0" marL="0">
              <a:buNone/>
            </a:pPr>
            <a:r>
              <a:rPr lang="en-US" sz="1450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smooth-sounding wrong dub about someone's health is worse than no dub.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DIDN'T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bug a native ear caught — twice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IndicF5 occasionally echoes its voice-reference into a segment's start. 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"neutral" reference just changed which words leaked — and because they were English, an automated scan reported a false "0." The listener caught it. 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8FB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a badly-cut reference clip. A clean, complete-sentence reference fixed it at the source.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0408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Reference-echo leak rate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949440" y="2286000"/>
          <a:ext cx="4754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92040"/>
            <a:ext cx="10972800" cy="1371600"/>
          </a:xfrm>
          <a:prstGeom prst="roundRect">
            <a:avLst>
              <a:gd name="adj" fmla="val 6667"/>
            </a:avLst>
          </a:prstGeom>
          <a:solidFill>
            <a:srgbClr val="1C4636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12064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 </a:t>
            </a:r>
            <a:pPr indent="0" marL="0">
              <a:buNone/>
            </a:pPr>
            <a:r>
              <a:rPr lang="en-US" sz="14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detector's green light means nothing until it's stress-tested for false positives AND false negatives. The human ear is the ground truth — which is exactly why native review is built into the process, not bolted on.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 spent. The budget became insurance.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14342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4688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E0A5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₹2,500 tool budget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FB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free &amp; local: yt-dlp · Whisper · Demucs · IndicF5 · ffmpeg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26480" y="2148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priced escalation ladder — never needed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126480" y="274320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EAF1E2"/>
          </a:solidFill>
          <a:ln w="25400">
            <a:solidFill>
              <a:srgbClr val="8FB0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55080" y="27432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— IndicF5 (local)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418320" y="27432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31455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365760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36576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— ElevenLabs Starter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418320" y="36576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≈₹450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355080" y="40599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reviewers want more polish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457200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1E5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457200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— ElevenLabs Creator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418320" y="4572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6E7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≈₹1,950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55080" y="49743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fidelity, comfortable headroom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video to the whole library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920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is a queue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233172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scripted. Machines do the repeatable work; humans only touch script-review and the native watch-down.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96596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0" y="1920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by analytics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33172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 top watch-time videos first; pick languages from Geography data — not intuition.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3337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glossary compounds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74904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reviewed video grows the locked glossary, so per-video review time keeps shrinking. It's the moat.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38328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0" y="33375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auto-dub free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74904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YouTube cover the 16 languages it does support from Hindi; spend effort only where it's blind — Te / Ml / Kn / Ta.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0060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4754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is QC, not compute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51663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GPU collapses synthesis to minutes. The real cost is native review (~₹2–3k/video) — exactly where a health channel should spend.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72200" y="480060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0" y="4754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Formalize the voice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0" y="51663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consented, verified clone per language in a Satvic-controlled account — consistency + clean rights.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663440"/>
            <a:ext cx="3291840" cy="3291840"/>
          </a:xfrm>
          <a:prstGeom prst="ellipse">
            <a:avLst/>
          </a:prstGeom>
          <a:solidFill>
            <a:srgbClr val="1C4636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1188720"/>
            <a:ext cx="3108960" cy="310896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system,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one-off.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clean dubs today, in Subah's voice, for ₹0 — and a pipeline ready for the full library.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47091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→"/>
            </a:pPr>
            <a:r>
              <a:rPr lang="en-US" sz="15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Native-speaker sign-off on both dubs (review kit ready)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→"/>
            </a:pPr>
            <a:r>
              <a:rPr lang="en-US" sz="15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next 10–20 videos by YouTube Geography analytics</a:t>
            </a:r>
            <a:endParaRPr lang="en-US" sz="1550" dirty="0"/>
          </a:p>
          <a:p>
            <a:pPr marL="342900" indent="-342900">
              <a:spcAft>
                <a:spcPts val="700"/>
              </a:spcAft>
              <a:buSzPct val="100000"/>
              <a:buChar char="→"/>
            </a:pPr>
            <a:r>
              <a:rPr lang="en-US" sz="1550" dirty="0">
                <a:solidFill>
                  <a:srgbClr val="E6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Subah's voice-consent; stand up one clone per language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6355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Satvic Movement · Founder's Office · AI Specialist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2026-07-16T17:07:04Z</dcterms:created>
  <dcterms:modified xsi:type="dcterms:W3CDTF">2026-07-16T17:07:04Z</dcterms:modified>
</cp:coreProperties>
</file>